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2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06"/>
    <p:restoredTop sz="94633"/>
  </p:normalViewPr>
  <p:slideViewPr>
    <p:cSldViewPr snapToGrid="0">
      <p:cViewPr varScale="1">
        <p:scale>
          <a:sx n="78" d="100"/>
          <a:sy n="78" d="100"/>
        </p:scale>
        <p:origin x="176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00C0A0-1E40-49C0-82D8-EA6C90463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4B227CB-3A57-4156-045D-029443C78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703436-F1B2-A0DE-3662-D04C265C6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0F6BE-B067-BE42-AE82-598173A6B0F9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3E6F6E-5F7F-CD66-2422-5646A77DF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8A911-2419-C0FE-D906-54A733F1C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EF10-BFE8-7141-BB58-921D6FD995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790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8540B-5C7F-0FC0-3A0B-B9CBC782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A5E896-EEDA-BE60-CAE2-18A81FAC7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B4F4F6-7DE9-8470-F0E2-3E64D29A3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0F6BE-B067-BE42-AE82-598173A6B0F9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8BDA40-0F0C-D7CC-D893-144422ED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71FA16-28B9-3784-A085-88DD7FA2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EF10-BFE8-7141-BB58-921D6FD995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2420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51F67-9F62-1575-14B3-E1DF84422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92C216-0E7D-27B9-D989-3852D724E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BE67E2-D85F-2B72-7DDF-D8A1421F7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0F6BE-B067-BE42-AE82-598173A6B0F9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19E9D-52E2-15F0-4611-04A4E9A91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56DFE6-7868-57F5-4F59-EC80E0D67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EF10-BFE8-7141-BB58-921D6FD995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4120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19BA11-862A-7E4D-B776-421ACAFB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D0EFA2-8D05-FBAD-E1EB-0848DF29E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80678D-B2C8-C342-2275-6268DB79C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8BE6BD-F7FA-5279-EF0F-70F60384C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0F6BE-B067-BE42-AE82-598173A6B0F9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4818DD-627D-E942-2CDD-C1E7F65A9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5EE376-B833-D92D-08A3-2C7840744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EF10-BFE8-7141-BB58-921D6FD995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931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BF7D8-E2E8-9DA2-8905-2DA27DD8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18FD1D-3D95-7A34-A7B3-D69BBB4CC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8AFE12-22B7-08E1-05D3-919CAE091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47A8C4-9B1C-E89F-2803-4472AA1123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6B6B5BC-2D0E-B72C-91CC-161D95DA3D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E083620-A2B3-91EA-675F-B5CFC27EA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0F6BE-B067-BE42-AE82-598173A6B0F9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31CA5E3-BA35-C546-ABD1-FB5075D55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4DE5CF-14B9-0A5C-9218-FAF65D1D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EF10-BFE8-7141-BB58-921D6FD995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1820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C09C7-4E2F-737F-048B-AD5C5736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0FCE0F-96A0-6596-A9DC-2AAA8F7F1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0F6BE-B067-BE42-AE82-598173A6B0F9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13F4E70-B628-7230-268E-F8AF1334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9DF6DA-83B1-A863-6BF0-2C707D17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EF10-BFE8-7141-BB58-921D6FD995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5886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A114AF-647F-F4E6-F1AC-960ED820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0F6BE-B067-BE42-AE82-598173A6B0F9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2A6922-AB7C-728E-5B39-84F0C6440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B88131-D219-E675-C11C-C0E3E64D8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EF10-BFE8-7141-BB58-921D6FD995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0638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00C0A-D9AB-A140-97AB-B71972A0D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D089F5-73C5-D2D6-E55D-11825EED9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C9CBBF-2535-FCCE-974C-DED4E3A90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33B42F-D083-289F-79BD-032894CE7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0F6BE-B067-BE42-AE82-598173A6B0F9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72656B-58F3-4814-B199-573D22ECD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21FD18-B318-1FCA-4772-612AEAAE6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EF10-BFE8-7141-BB58-921D6FD995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463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351F83-0EA4-31B7-55CD-69FDBA15B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B74AB96-6FF2-0736-6DBD-0342963D16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1E96FC-EDC2-F942-163A-D09807637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302054-7ADE-2FDA-4F64-BA1DD5419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0F6BE-B067-BE42-AE82-598173A6B0F9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1DDA5B-0657-382F-5223-D3BB9DA4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F41569-9E43-7900-F584-C543FCE4D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EF10-BFE8-7141-BB58-921D6FD995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1550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8DA7F-7CC0-E120-111D-E2D8140AA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AAA1B1-FF1D-E109-F099-B613E2840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0AC269-6F3B-D506-0783-306B956A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0F6BE-B067-BE42-AE82-598173A6B0F9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4B19EE-DA07-EE63-A48A-FEC2F51BF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CB7D90-F10A-B282-0EE6-0729A762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EF10-BFE8-7141-BB58-921D6FD995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6238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0BF44D0-FB7D-F248-2CA0-F0EE8278E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D6A696-050F-1BDE-D0E0-E1F4689CA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165F68-308E-66D8-ECAA-7C07F52F7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0F6BE-B067-BE42-AE82-598173A6B0F9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9830D0-2074-4868-E76B-BF953061A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48E538-1BDF-4993-C0C9-1310EF9D8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EF10-BFE8-7141-BB58-921D6FD995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059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2B4CBD-7ECA-2B35-03AA-05AE4C00E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CA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FC7A64-F480-2B27-5D46-BD647CAF3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CA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8D9D88-A41E-C2FC-562D-B8E66A2267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0F6BE-B067-BE42-AE82-598173A6B0F9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23EDA2-E686-16BE-CD34-847D16C46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F4CF81-CC63-16B0-8FC1-A0468631A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5EF10-BFE8-7141-BB58-921D6FD995F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4061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7BA45-730F-99AD-78DE-27B879170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内容简介</a:t>
            </a:r>
            <a:endParaRPr lang="en-CA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A1D0D6-4158-6648-12E6-A94C92F36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Legal NLP</a:t>
            </a:r>
          </a:p>
          <a:p>
            <a:pPr lvl="1"/>
            <a:r>
              <a:rPr lang="en-CA" dirty="0" err="1"/>
              <a:t>LawBench</a:t>
            </a:r>
            <a:r>
              <a:rPr lang="en-CA" dirty="0"/>
              <a:t>: </a:t>
            </a:r>
            <a:r>
              <a:rPr lang="en-CA" dirty="0" err="1"/>
              <a:t>构建</a:t>
            </a:r>
            <a:r>
              <a:rPr lang="en-CA" b="1" dirty="0" err="1"/>
              <a:t>中国成文法</a:t>
            </a:r>
            <a:r>
              <a:rPr lang="en-CA" dirty="0" err="1"/>
              <a:t>场景的</a:t>
            </a:r>
            <a:r>
              <a:rPr lang="en-CA" b="1" dirty="0" err="1"/>
              <a:t>多任务</a:t>
            </a:r>
            <a:r>
              <a:rPr lang="en-CA" dirty="0" err="1"/>
              <a:t>法律评测基准</a:t>
            </a:r>
            <a:r>
              <a:rPr lang="zh-CN" altLang="en-US" dirty="0"/>
              <a:t>，用于比较通用模型和法律模型在法律任务上的能力。</a:t>
            </a:r>
            <a:endParaRPr lang="en-CA" dirty="0"/>
          </a:p>
          <a:p>
            <a:pPr lvl="1"/>
            <a:r>
              <a:rPr lang="en-CA" dirty="0"/>
              <a:t>QR-LJP</a:t>
            </a:r>
            <a:r>
              <a:rPr lang="en-US" dirty="0"/>
              <a:t>:</a:t>
            </a:r>
            <a:r>
              <a:rPr lang="zh-CN" altLang="en-US" dirty="0"/>
              <a:t> 把案件事实中</a:t>
            </a:r>
            <a:r>
              <a:rPr lang="zh-CN" altLang="en-US" b="1" dirty="0"/>
              <a:t>可量化的数值特征</a:t>
            </a:r>
            <a:r>
              <a:rPr lang="zh-CN" altLang="en-US" dirty="0"/>
              <a:t>抽出来并对齐到法律量刑区间，让判决预测能够依据量化的</a:t>
            </a:r>
            <a:r>
              <a:rPr lang="zh-CN" altLang="en-US" b="1" dirty="0"/>
              <a:t>犯罪严重程度</a:t>
            </a:r>
            <a:r>
              <a:rPr lang="zh-CN" altLang="en-US" dirty="0"/>
              <a:t>作出判罚。</a:t>
            </a:r>
            <a:endParaRPr lang="en-US" dirty="0"/>
          </a:p>
          <a:p>
            <a:pPr lvl="1"/>
            <a:r>
              <a:rPr lang="en-US" dirty="0" err="1"/>
              <a:t>LawShift</a:t>
            </a:r>
            <a:r>
              <a:rPr lang="en-US" dirty="0"/>
              <a:t>: </a:t>
            </a:r>
            <a:r>
              <a:rPr lang="en-US" dirty="0" err="1"/>
              <a:t>针对法条修订的场景测试的评测集</a:t>
            </a:r>
            <a:r>
              <a:rPr lang="zh-CN" altLang="en-US" dirty="0"/>
              <a:t>，测试模型在法律版本变化后能否同步更新判决结果。</a:t>
            </a:r>
            <a:endParaRPr lang="en-CA" dirty="0"/>
          </a:p>
          <a:p>
            <a:r>
              <a:rPr lang="en-CA" dirty="0"/>
              <a:t>Interpretable NLP</a:t>
            </a:r>
          </a:p>
          <a:p>
            <a:pPr lvl="1"/>
            <a:r>
              <a:rPr lang="en-CA" dirty="0" err="1"/>
              <a:t>知识定位</a:t>
            </a:r>
            <a:r>
              <a:rPr lang="en-US" altLang="zh-CN" dirty="0"/>
              <a:t>/</a:t>
            </a:r>
            <a:r>
              <a:rPr lang="zh-CN" altLang="en-US" dirty="0"/>
              <a:t>定点编辑</a:t>
            </a:r>
            <a:endParaRPr lang="en-US" altLang="zh-CN" dirty="0"/>
          </a:p>
          <a:p>
            <a:pPr lvl="1"/>
            <a:r>
              <a:rPr lang="zh-CN" altLang="en-US" dirty="0"/>
              <a:t>可解释知识的控制输出</a:t>
            </a:r>
            <a:endParaRPr lang="en-CA" dirty="0"/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70281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C80B6-71DD-4962-5ECF-72E88B67B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>
                <a:latin typeface="Times New Roman" panose="02020603050405020304" pitchFamily="18" charset="0"/>
                <a:cs typeface="Times New Roman" panose="02020603050405020304" pitchFamily="18" charset="0"/>
              </a:rPr>
              <a:t>LawBench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F877D0-B345-7D58-CE3F-61C233CD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zh-CN" b="1"/>
              <a:t>中国成文法</a:t>
            </a:r>
            <a:r>
              <a:rPr lang="en-CA" altLang="zh-CN"/>
              <a:t>场景的</a:t>
            </a:r>
            <a:r>
              <a:rPr lang="en-CA" altLang="zh-CN" b="1"/>
              <a:t>多任务</a:t>
            </a:r>
            <a:r>
              <a:rPr lang="en-CA" altLang="zh-CN"/>
              <a:t>法律评测基准.</a:t>
            </a:r>
          </a:p>
          <a:p>
            <a:r>
              <a:rPr lang="en-CA"/>
              <a:t>将法律能力分为三个层次</a:t>
            </a:r>
            <a:r>
              <a:rPr lang="zh-CN" altLang="en-US"/>
              <a:t>，</a:t>
            </a:r>
            <a:r>
              <a:rPr lang="en-CA"/>
              <a:t>分别测试法律大模型和通用大模型</a:t>
            </a:r>
            <a:r>
              <a:rPr lang="zh-CN" altLang="en-US"/>
              <a:t>。</a:t>
            </a:r>
            <a:endParaRPr lang="en-CA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2985B513-52C7-784E-65A0-15CEC1CEC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957" y="2857073"/>
            <a:ext cx="6838085" cy="400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50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DFFBD4-47F6-7C9B-FA89-5F38D1848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LawBench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(cont.)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1027CB-2FF8-B959-39A6-431A7B90B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3CE21D-F6E6-ECFC-7A00-7DF09980F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1825625"/>
            <a:ext cx="5767981" cy="405921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D762AB-0CE8-1833-53C7-ECC2C3F19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5625"/>
            <a:ext cx="5767981" cy="408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596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B12C30-7D0A-A0FE-36FE-80BAA342A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QR-LJP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2723CF-D998-0D59-D6A1-64014D1D3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中文LJP</a:t>
            </a:r>
            <a:r>
              <a:rPr lang="zh-CN" altLang="en-US" dirty="0"/>
              <a:t>：罪名预测，法条预测，刑期预测。</a:t>
            </a:r>
            <a:endParaRPr lang="en-US" altLang="zh-CN" dirty="0"/>
          </a:p>
          <a:p>
            <a:r>
              <a:rPr lang="en-US" altLang="zh-CN" dirty="0"/>
              <a:t>QR-LJP</a:t>
            </a:r>
            <a:r>
              <a:rPr lang="zh-CN" altLang="en-US" dirty="0"/>
              <a:t>：罪行严重程度的量化。</a:t>
            </a:r>
            <a:endParaRPr lang="en-CA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3CFA53-EE57-98CA-E4B7-57D243D95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895365"/>
            <a:ext cx="7772400" cy="359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803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0DF71-BF6E-27FD-F8FD-6AC4DC03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LawShift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07CE2C-0E7C-A813-8F02-386C96D3F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动机</a:t>
            </a:r>
            <a:r>
              <a:rPr lang="zh-CN" altLang="en-US" dirty="0"/>
              <a:t>：法律会变。</a:t>
            </a:r>
            <a:endParaRPr lang="en-US" altLang="zh-CN" dirty="0"/>
          </a:p>
          <a:p>
            <a:r>
              <a:rPr lang="zh-CN" altLang="en-US" dirty="0"/>
              <a:t>思路：同一案件事实，在旧法和新法下能不能给出符合当前版本的判决结果。</a:t>
            </a:r>
            <a:endParaRPr lang="en-US" altLang="zh-CN" dirty="0"/>
          </a:p>
          <a:p>
            <a:r>
              <a:rPr lang="zh-CN" altLang="en-US" dirty="0"/>
              <a:t>设计：</a:t>
            </a:r>
            <a:endParaRPr lang="en-US" altLang="zh-CN" dirty="0"/>
          </a:p>
          <a:p>
            <a:pPr lvl="1"/>
            <a:r>
              <a:rPr lang="zh-CN" altLang="en-US" dirty="0"/>
              <a:t>蜕变测试，“模型有没有跟着新法走”。</a:t>
            </a:r>
            <a:endParaRPr lang="en-US" altLang="zh-CN" dirty="0"/>
          </a:p>
          <a:p>
            <a:pPr lvl="1"/>
            <a:r>
              <a:rPr lang="zh-CN" altLang="en-US" dirty="0"/>
              <a:t>细粒度功能点，功能点符合实际法条更新情况。</a:t>
            </a:r>
            <a:endParaRPr lang="en-US" altLang="zh-CN" dirty="0"/>
          </a:p>
          <a:p>
            <a:pPr lvl="1"/>
            <a:r>
              <a:rPr lang="zh-CN" altLang="en-US" dirty="0"/>
              <a:t>如何解决？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985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C24E9E-08B6-B96B-3385-508B3B0F0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Next?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Raw!</a:t>
            </a:r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38D43-E894-0BC1-922D-B0A31B6C7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从LawShift来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：通过知识编辑更新模型（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法律领域）。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知识定位。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编辑本身（有效性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局部性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可推理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可串行）。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在这个框架下：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把一次回答拆成循环：按照任务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规划原子步，激活对应知识片段（定位后的），生成一小段，并交验该步是否正确运用知识。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C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386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258</Words>
  <Application>Microsoft Macintosh PowerPoint</Application>
  <PresentationFormat>宽屏</PresentationFormat>
  <Paragraphs>28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主题​​</vt:lpstr>
      <vt:lpstr>内容简介</vt:lpstr>
      <vt:lpstr>LawBench</vt:lpstr>
      <vt:lpstr>LawBench (cont.)</vt:lpstr>
      <vt:lpstr>QR-LJP</vt:lpstr>
      <vt:lpstr>LawShift</vt:lpstr>
      <vt:lpstr>Next? Raw!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 Zhuo</dc:creator>
  <cp:lastModifiedBy>HAN Zhuo</cp:lastModifiedBy>
  <cp:revision>10</cp:revision>
  <dcterms:created xsi:type="dcterms:W3CDTF">2025-11-07T09:01:35Z</dcterms:created>
  <dcterms:modified xsi:type="dcterms:W3CDTF">2025-11-07T10:10:55Z</dcterms:modified>
</cp:coreProperties>
</file>